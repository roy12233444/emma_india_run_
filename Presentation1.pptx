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4078F-0306-4F65-B5CF-2E500409FEB6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B5BC2-2A70-4C22-8479-0663165FE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9254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4078F-0306-4F65-B5CF-2E500409FEB6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B5BC2-2A70-4C22-8479-0663165FE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8288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4078F-0306-4F65-B5CF-2E500409FEB6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B5BC2-2A70-4C22-8479-0663165FE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066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4078F-0306-4F65-B5CF-2E500409FEB6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B5BC2-2A70-4C22-8479-0663165FE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3807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4078F-0306-4F65-B5CF-2E500409FEB6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B5BC2-2A70-4C22-8479-0663165FE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361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4078F-0306-4F65-B5CF-2E500409FEB6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B5BC2-2A70-4C22-8479-0663165FE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4870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4078F-0306-4F65-B5CF-2E500409FEB6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B5BC2-2A70-4C22-8479-0663165FE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641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4078F-0306-4F65-B5CF-2E500409FEB6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B5BC2-2A70-4C22-8479-0663165FE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8010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4078F-0306-4F65-B5CF-2E500409FEB6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B5BC2-2A70-4C22-8479-0663165FE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724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4078F-0306-4F65-B5CF-2E500409FEB6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B5BC2-2A70-4C22-8479-0663165FE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609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4078F-0306-4F65-B5CF-2E500409FEB6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B5BC2-2A70-4C22-8479-0663165FE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075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24078F-0306-4F65-B5CF-2E500409FEB6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5B5BC2-2A70-4C22-8479-0663165FE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1144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88640"/>
            <a:ext cx="8964000" cy="50449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7584" y="5321289"/>
            <a:ext cx="6347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i="1" dirty="0"/>
              <a:t>A safe, self-correcting, and collectively evolving AI agent workforce — built to automate complex, long-running enterprise tasks with mathematical alignment </a:t>
            </a:r>
            <a:r>
              <a:rPr lang="en-US" i="1" dirty="0" smtClean="0"/>
              <a:t>guarantees.</a:t>
            </a:r>
            <a:endParaRPr lang="en-IN" dirty="0"/>
          </a:p>
        </p:txBody>
      </p:sp>
      <p:sp>
        <p:nvSpPr>
          <p:cNvPr id="5" name="Text 12"/>
          <p:cNvSpPr/>
          <p:nvPr/>
        </p:nvSpPr>
        <p:spPr>
          <a:xfrm>
            <a:off x="8092440" y="6597352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11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437885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75240" cy="6340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 smtClean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◈  </a:t>
            </a:r>
            <a:r>
              <a:rPr lang="en-US" sz="900" kern="0" spc="1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India Runs Hackathon  ·  Redrob AI  ·  Track 2: Ideathon  ·  Challenge 1</a:t>
            </a:r>
            <a:endParaRPr lang="en-US" sz="900" dirty="0"/>
          </a:p>
        </p:txBody>
      </p:sp>
      <p:sp>
        <p:nvSpPr>
          <p:cNvPr id="5" name="Text 3"/>
          <p:cNvSpPr>
            <a:spLocks noGrp="1"/>
          </p:cNvSpPr>
          <p:nvPr>
            <p:ph idx="1"/>
          </p:nvPr>
        </p:nvSpPr>
        <p:spPr>
          <a:xfrm>
            <a:off x="539750" y="1196975"/>
            <a:ext cx="8229600" cy="4525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0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EMMA</a:t>
            </a:r>
          </a:p>
          <a:p>
            <a:pPr marL="0" indent="0">
              <a:buNone/>
            </a:pP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548640" y="33569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Metacognitive Multi-Agent Fleet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48640" y="4005064"/>
            <a:ext cx="6766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safe, self-correcting, and collectively evolving AI agent workforce — built to automate complex, long-running enterprise tasks with mathematical alignment guarantees.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805264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Challenge 1  ·  AI Systems Architect</a:t>
            </a:r>
            <a:endParaRPr lang="en-US" sz="850" dirty="0"/>
          </a:p>
        </p:txBody>
      </p:sp>
      <p:sp>
        <p:nvSpPr>
          <p:cNvPr id="10" name="Text 9"/>
          <p:cNvSpPr/>
          <p:nvPr/>
        </p:nvSpPr>
        <p:spPr>
          <a:xfrm>
            <a:off x="3347864" y="580526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42-Day Build  ·  EMMA Command Center</a:t>
            </a:r>
            <a:endParaRPr lang="en-US" sz="850" dirty="0"/>
          </a:p>
        </p:txBody>
      </p:sp>
      <p:sp>
        <p:nvSpPr>
          <p:cNvPr id="11" name="Text 11"/>
          <p:cNvSpPr/>
          <p:nvPr/>
        </p:nvSpPr>
        <p:spPr>
          <a:xfrm>
            <a:off x="6333093" y="580526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Reimagining Work</a:t>
            </a:r>
            <a:endParaRPr lang="en-US" sz="85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757" y="977077"/>
            <a:ext cx="3121152" cy="312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146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/>
          <p:cNvSpPr/>
          <p:nvPr/>
        </p:nvSpPr>
        <p:spPr>
          <a:xfrm>
            <a:off x="457200" y="182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 THE CHALLENGE</a:t>
            </a:r>
            <a:endParaRPr lang="en-US" sz="850" dirty="0"/>
          </a:p>
        </p:txBody>
      </p:sp>
      <p:sp>
        <p:nvSpPr>
          <p:cNvPr id="7" name="Text 1"/>
          <p:cNvSpPr/>
          <p:nvPr/>
        </p:nvSpPr>
        <p:spPr>
          <a:xfrm>
            <a:off x="457200" y="4766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Silent Crisis of Enterprise Copilots</a:t>
            </a:r>
            <a:endParaRPr lang="en-US" sz="2500" dirty="0"/>
          </a:p>
        </p:txBody>
      </p:sp>
      <p:sp>
        <p:nvSpPr>
          <p:cNvPr id="8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9525">
            <a:solidFill>
              <a:srgbClr val="1E3A50"/>
            </a:solidFill>
            <a:prstDash val="solid"/>
          </a:ln>
        </p:spPr>
      </p:sp>
      <p:sp>
        <p:nvSpPr>
          <p:cNvPr id="12" name="Shape 3"/>
          <p:cNvSpPr/>
          <p:nvPr/>
        </p:nvSpPr>
        <p:spPr>
          <a:xfrm>
            <a:off x="538936" y="1212573"/>
            <a:ext cx="4005072" cy="16642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14" name="Text 5"/>
          <p:cNvSpPr/>
          <p:nvPr/>
        </p:nvSpPr>
        <p:spPr>
          <a:xfrm>
            <a:off x="658368" y="1298448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⚠  The 80% Completion Cap</a:t>
            </a:r>
            <a:endParaRPr lang="en-US" sz="1300" dirty="0"/>
          </a:p>
        </p:txBody>
      </p:sp>
      <p:sp>
        <p:nvSpPr>
          <p:cNvPr id="15" name="Text 6"/>
          <p:cNvSpPr/>
          <p:nvPr/>
        </p:nvSpPr>
        <p:spPr>
          <a:xfrm>
            <a:off x="658368" y="1645920"/>
            <a:ext cx="373075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LLM agents lack intrinsic self-reflection. Without knowing their own knowledge boundaries, they silently hallucinate and cascade token errors — causing 60–80% of complex autonomous tasks to fail before delivery.</a:t>
            </a:r>
            <a:endParaRPr lang="en-US" sz="1150" dirty="0"/>
          </a:p>
        </p:txBody>
      </p:sp>
      <p:sp>
        <p:nvSpPr>
          <p:cNvPr id="16" name="Shape 7"/>
          <p:cNvSpPr/>
          <p:nvPr/>
        </p:nvSpPr>
        <p:spPr>
          <a:xfrm>
            <a:off x="4681728" y="1207008"/>
            <a:ext cx="4005072" cy="16642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17" name="Text 9"/>
          <p:cNvSpPr/>
          <p:nvPr/>
        </p:nvSpPr>
        <p:spPr>
          <a:xfrm>
            <a:off x="4882896" y="1298448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🧱  </a:t>
            </a:r>
            <a:r>
              <a:rPr lang="en-US" sz="1300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  Siloed </a:t>
            </a: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Workflow Intelligence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175474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140</Words>
  <Application>Microsoft Office PowerPoint</Application>
  <PresentationFormat>On-screen Show (4:3)</PresentationFormat>
  <Paragraphs>14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  ◈  India Runs Hackathon  ·  Redrob AI  ·  Track 2: Ideathon  ·  Challenge 1</vt:lpstr>
      <vt:lpstr>PowerPoint Presentation</vt:lpstr>
    </vt:vector>
  </TitlesOfParts>
  <Company>FIS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souravray4491@gmail.com</dc:creator>
  <cp:lastModifiedBy>souravray4491@gmail.com</cp:lastModifiedBy>
  <cp:revision>10</cp:revision>
  <dcterms:created xsi:type="dcterms:W3CDTF">2026-05-22T16:38:24Z</dcterms:created>
  <dcterms:modified xsi:type="dcterms:W3CDTF">2026-05-23T15:59:20Z</dcterms:modified>
</cp:coreProperties>
</file>